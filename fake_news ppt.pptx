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5" r:id="rId17"/>
    <p:sldId id="274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184A-4875-0139-CD3F-336B34BE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04A2C-BFEE-9CAB-ED8F-37E4BDA17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9BCDA-FF01-21B0-55BC-DD1EB100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E34DF-0D12-2B0D-BA9F-5D99341A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D3DE-BF9A-372F-ECE4-D86CE3FF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1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38D8-AE51-4062-9CAE-A65F2F5B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0A478-3033-2752-FB84-77376CDC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C311-6DD4-C5E0-E2D8-65899997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13AA-4DAF-5AF1-8AA8-7F2BE90C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22B7-F458-F45F-4FF5-E7EF4AA1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7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C166-EA2B-43D1-317D-572C32E2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D02D9-E69F-A9C6-D5CD-CE09C1D04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DB823-5B1A-FFF4-0153-6E295FD8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0983E-2750-48F2-176E-43C8D34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056C8-5BC7-AD20-0438-93BAA94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3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28E7-3EED-1B85-8442-C371E529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EF4F-EBE5-3997-0505-2E187DC89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A022B-A403-0BF2-5ED0-5618C60A6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14214-3C9E-A002-2E6F-DBD46892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D02A1-477B-5A12-37DB-4D2503F0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2C065-FFC4-7F5D-3873-4BE41D6F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53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20F7-6104-B5B8-B1D6-0021B9592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5F528-11E0-8CBC-033C-BB8D0A025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88EAE-D9E0-25C5-3986-4520C4C2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051F5-D5E3-AF15-4680-A8DF7B297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7BB61-524F-DB22-F75A-15C7854FA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408EF-ABBB-EE6C-08AD-C8661F8A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94F18-6979-296D-2F8E-63D7BA37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9FD213-2FB6-6C7F-4A0F-A5F505C6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81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1C96-38F8-E333-2F37-D188C20B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5CC81-3CF3-8101-9ECD-9B2A38E7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A6E59-1A4A-619A-C8CC-0A8B0815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EDC1C-5A33-FDEC-6786-F798C18D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5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A991A-73E2-F74C-B16E-F329ED43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17F14-90FD-82FD-0FA1-2EA1B953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8EC8-F3F2-EFF6-D81C-A0317509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81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15400-BEE2-9DDA-94AF-009C2A98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02FD-6515-554D-6313-4AF0A1F7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1AD86-A41D-F87A-A0E3-123646B90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74E6D-C50A-2A18-3629-0F4E6916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4A1CA-FBAA-A139-5B7C-E6AAA829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D76A0-C38C-1B10-E253-705E2FFC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63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3718-790C-7E90-FB12-545B323E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39CFB-97A8-E8C0-FDC9-82CCD2A5C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2BCF4-787D-AFCF-B5D6-73C0F9D62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CF3D3-4E67-5485-927B-CC852FC0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C0F8B-FBE3-F512-1914-C8324660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2DE8A-E2A3-3FFD-56B0-0D40752B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29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53F3-8953-6A26-1E03-9F8093CC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5FC73-CE57-4096-77A1-B3B979378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09438-C221-D3CB-7795-C613C66B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64F60-6A02-FF6E-224B-78D36B36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61A28-1BE1-5C4A-818E-DFAF117B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89AA0-4045-1FF5-4545-8EAC75189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82381-0B73-3475-DBCC-55668A6F1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E0170-85C1-0CB6-15BE-32C25FF5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BBC8E-6CE7-9961-1763-83021A2E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EF081-A726-3FF1-13B3-08905117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3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30EC7-31A7-26B4-93B3-5A1D0DDB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E825C-310C-A78C-9AB0-2D45AE11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FB16-50F0-A54E-9E76-39FDAA608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848D4-0B58-4C33-8690-50B303F2362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FD44-51CF-B816-BA69-0BF975C03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7B547-094D-1E99-AB1D-377C0A1F1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40AF8-2FA6-4853-A0B8-0B1A131E3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0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878C-0BA0-EF4B-B951-BCFC5735D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C2BE-4CFC-920E-CE66-CB226DCE6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38F0889-7F8B-C6D7-AC8D-FC7C15718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E733-08FE-7549-59A1-57D8E8D8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DC23906-B97B-7A5E-3119-76E8A7382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0323" cy="7678994"/>
          </a:xfrm>
        </p:spPr>
      </p:pic>
    </p:spTree>
    <p:extLst>
      <p:ext uri="{BB962C8B-B14F-4D97-AF65-F5344CB8AC3E}">
        <p14:creationId xmlns:p14="http://schemas.microsoft.com/office/powerpoint/2010/main" val="141289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7C40-D366-4021-046B-028DDFEB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552130-6122-51B0-089B-BD8551DEB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4759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76AE-01F7-DF29-3EE5-7108BEFD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AA8FB4-8E83-2480-34A0-259339E8D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069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1389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B988-4FAF-80BC-CE53-9E7393A5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30340E-FBCF-42AF-AC8E-7094F8FB7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5494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BDBF-41DC-D963-348F-9AED1157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550941-8AB1-3D0D-61A3-21955E772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7049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A81C-B303-886F-236F-24C67629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5DF787-0D70-604A-5FF8-6A595F4EF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5937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A29B5-C497-4D5F-A61A-A7F79DAE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3D11-BE45-F931-357A-1051AB1D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41A6A4-A54C-FE3B-9515-6416F7C54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042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67D8-8C33-1105-60AF-6D1471F9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F256-DE8C-22A7-2A4D-D285DCA4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A66123-99F6-BAC1-A550-8F9459873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4826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DF9C-DDAA-C011-DBD7-2F021E23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7BCD-927F-C3C1-229E-AEA080A5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F39CAC-4CBD-94F4-B77F-0B4568ED7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10" y="0"/>
            <a:ext cx="12256910" cy="6894512"/>
          </a:xfrm>
        </p:spPr>
      </p:pic>
    </p:spTree>
    <p:extLst>
      <p:ext uri="{BB962C8B-B14F-4D97-AF65-F5344CB8AC3E}">
        <p14:creationId xmlns:p14="http://schemas.microsoft.com/office/powerpoint/2010/main" val="2163979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CAB99-ABA5-06EA-49E1-EEE4C4E34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9DCD-ED66-8B75-A099-E8EA3658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2D8C7E-DC41-A206-231A-6DF51C07C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417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01E0-8C1B-1883-8FFA-91A6B77C1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3752-159C-E3E2-9A9E-A9A2399C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89A9B9-C7F5-433A-F4CB-1B3D3841F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97635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635A-42DA-18E5-C83F-6C520737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A011-438B-F0BB-B2FD-FBEE3579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8C132E-EDAD-D00B-C2AD-0E8A7751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30C30-BBCE-DD88-339D-B8E774DBB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1F2CE2-00BA-D28D-FB89-81470506A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3346"/>
            <a:ext cx="12192000" cy="685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11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A51C2-936A-B5E5-A792-3AE06802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F3AD-E762-7E66-E9AA-33A2449A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76A8BB58-CD89-7606-5978-5FAA0B213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26" y="-2203"/>
            <a:ext cx="12260826" cy="6896715"/>
          </a:xfrm>
        </p:spPr>
      </p:pic>
    </p:spTree>
    <p:extLst>
      <p:ext uri="{BB962C8B-B14F-4D97-AF65-F5344CB8AC3E}">
        <p14:creationId xmlns:p14="http://schemas.microsoft.com/office/powerpoint/2010/main" val="425140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CFCD-8A7E-9388-549B-E0F9045B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03DB-A1A9-BF82-2F0B-27B31C1D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D8E522-7929-DD44-F450-BE2A0109E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-7733"/>
            <a:ext cx="12270658" cy="6902245"/>
          </a:xfrm>
        </p:spPr>
      </p:pic>
    </p:spTree>
    <p:extLst>
      <p:ext uri="{BB962C8B-B14F-4D97-AF65-F5344CB8AC3E}">
        <p14:creationId xmlns:p14="http://schemas.microsoft.com/office/powerpoint/2010/main" val="1240446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140F-43C3-7C19-3460-2CBA54E1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1ABF-FF68-D344-0074-081A5353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2031E7-1076-AD2D-E3F2-103802EB6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55" y="-24325"/>
            <a:ext cx="12300155" cy="6918837"/>
          </a:xfrm>
        </p:spPr>
      </p:pic>
    </p:spTree>
    <p:extLst>
      <p:ext uri="{BB962C8B-B14F-4D97-AF65-F5344CB8AC3E}">
        <p14:creationId xmlns:p14="http://schemas.microsoft.com/office/powerpoint/2010/main" val="3959116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6150-AD95-DD9C-0326-8B0635A7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520D-9E79-28F7-B3FB-7ADE25B2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49E5D3-511E-FE8D-A379-BE0C52FB9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10" y="0"/>
            <a:ext cx="12256910" cy="6894512"/>
          </a:xfrm>
        </p:spPr>
      </p:pic>
    </p:spTree>
    <p:extLst>
      <p:ext uri="{BB962C8B-B14F-4D97-AF65-F5344CB8AC3E}">
        <p14:creationId xmlns:p14="http://schemas.microsoft.com/office/powerpoint/2010/main" val="2024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7220-B65E-434A-F9F5-E65581EA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713B-C689-218A-0421-B22D22EA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A4B3D1-38BE-ABD1-443F-BF52F798F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910" y="0"/>
            <a:ext cx="12256910" cy="6894512"/>
          </a:xfrm>
        </p:spPr>
      </p:pic>
    </p:spTree>
    <p:extLst>
      <p:ext uri="{BB962C8B-B14F-4D97-AF65-F5344CB8AC3E}">
        <p14:creationId xmlns:p14="http://schemas.microsoft.com/office/powerpoint/2010/main" val="3181708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1198-01F5-02E4-6935-0E48332D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D5A4-4CCA-0ACC-6B58-BEC510AA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FEAA7-2971-D5CB-A17C-2634BFEE2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05637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rohitgmule@outlook.com</dc:creator>
  <cp:lastModifiedBy>Pooja rao</cp:lastModifiedBy>
  <cp:revision>2</cp:revision>
  <dcterms:created xsi:type="dcterms:W3CDTF">2025-12-10T14:35:22Z</dcterms:created>
  <dcterms:modified xsi:type="dcterms:W3CDTF">2025-12-12T11:12:56Z</dcterms:modified>
</cp:coreProperties>
</file>